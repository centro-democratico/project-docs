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05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114800" cy="4114800"/>
          </a:xfrm>
          <a:prstGeom prst="ellipse">
            <a:avLst/>
          </a:prstGeom>
          <a:solidFill>
            <a:srgbClr val="2E6FF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108960"/>
            <a:ext cx="3108960" cy="310896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pic>
        <p:nvPicPr>
          <p:cNvPr id="4" name="Image 0" descr="images/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417320"/>
            <a:ext cx="4023360" cy="7953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BENCHMARKING Y DIAGNÓSTICO DE HARDWARE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9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técnico y retrospectiva de desarrollo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874520" y="37033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41C2B"/>
          </a:solidFill>
          <a:ln w="12700">
            <a:solidFill>
              <a:srgbClr val="2E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7452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3703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41C2B"/>
          </a:solidFill>
          <a:ln w="12700">
            <a:solidFill>
              <a:srgbClr val="2E6F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3703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C2B"/>
          </a:solidFill>
          <a:ln w="12700">
            <a:solidFill>
              <a:srgbClr val="2E6F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desacoplada cliente-servidor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Know Your Marks?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suite interactiva para medir, planear y diagnosticar el hardware de tu equipo desde una sola plataforma web.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41C2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2286000"/>
            <a:ext cx="731520" cy="731520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7" name="Image 0" descr="images/icons/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75" y="24761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59359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y monitoreo de rendimiento en tiempo real: FPS, voltajes, frecuencias y temperaturas.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9659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41C2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2" name="Image 1" descr="images/icons/chi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435" y="24761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de Hardware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359359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interactivo con recomendaciones de mejoras según los componentes actuales del usuario.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9659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41C2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2286000"/>
            <a:ext cx="731520" cy="731520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7" name="Image 2" descr="images/icons/clip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795" y="247619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Diagnósticos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55080" y="359359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administrativa con historial, exportación de reportes y análisis de riesgo térmico.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Desacoplada Cliente-Servidor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backend funcionan como entidades independientes, comunicadas de forma segura vía HTTP/JSON.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141C2B"/>
          </a:solidFill>
          <a:ln w="15875">
            <a:solidFill>
              <a:srgbClr val="1CA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258568"/>
            <a:ext cx="768096" cy="768096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7" name="Image 0" descr="images/icons/lapt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017" y="2458273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8660" y="3538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Vue 3 SPA</a:t>
            </a:r>
            <a:endParaRPr lang="en-US" sz="1050" dirty="0"/>
          </a:p>
        </p:txBody>
      </p:sp>
      <p:pic>
        <p:nvPicPr>
          <p:cNvPr id="10" name="Image 1" descr="images/icons/exchan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296722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614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141C2B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87952" y="2258568"/>
            <a:ext cx="768096" cy="7680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3" name="Image 2" descr="images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657" y="2458273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330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43300" y="3538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Django REST Framework</a:t>
            </a:r>
            <a:endParaRPr lang="en-US" sz="1050" dirty="0"/>
          </a:p>
        </p:txBody>
      </p:sp>
      <p:pic>
        <p:nvPicPr>
          <p:cNvPr id="16" name="Image 3" descr="images/icons/exchan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2967228"/>
            <a:ext cx="329184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4078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141C2B"/>
          </a:solidFill>
          <a:ln w="15875">
            <a:solidFill>
              <a:srgbClr val="2E6F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022592" y="2258568"/>
            <a:ext cx="768096" cy="768096"/>
          </a:xfrm>
          <a:prstGeom prst="ellipse">
            <a:avLst/>
          </a:prstGeom>
          <a:solidFill>
            <a:srgbClr val="2E6FF2"/>
          </a:solidFill>
          <a:ln/>
        </p:spPr>
      </p:sp>
      <p:pic>
        <p:nvPicPr>
          <p:cNvPr id="19" name="Image 4" descr="images/icons/databas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2297" y="2458273"/>
            <a:ext cx="368686" cy="36868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7794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377940" y="3538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ORM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0" y="4407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con Vue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794760" cy="3429000"/>
          </a:xfrm>
          <a:prstGeom prst="roundRect">
            <a:avLst>
              <a:gd name="adj" fmla="val 3200"/>
            </a:avLst>
          </a:prstGeom>
          <a:solidFill>
            <a:srgbClr val="141C2B"/>
          </a:solidFill>
          <a:ln/>
        </p:spPr>
      </p:sp>
      <p:pic>
        <p:nvPicPr>
          <p:cNvPr id="5" name="Image 0" descr="images/icons/cod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técnicos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103120"/>
            <a:ext cx="91440" cy="91440"/>
          </a:xfrm>
          <a:prstGeom prst="ellipse">
            <a:avLst/>
          </a:prstGeom>
          <a:solidFill>
            <a:srgbClr val="1CA8F2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842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API (&lt;script setup lang="ts"&gt;) para un estado reactivo y limpio.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91440" cy="91440"/>
          </a:xfrm>
          <a:prstGeom prst="ellipse">
            <a:avLst/>
          </a:prstGeom>
          <a:solidFill>
            <a:srgbClr val="1CA8F2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8986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(SPA) modular y reutilizable.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931920"/>
            <a:ext cx="91440" cy="91440"/>
          </a:xfrm>
          <a:prstGeom prst="ellipse">
            <a:avLst/>
          </a:prstGeom>
          <a:solidFill>
            <a:srgbClr val="1CA8F2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813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con tipografías Space Grotesk e Inter.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12344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436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App.vue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17720" y="16184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de estado global y simulación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75120" y="12344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436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OverviewPage.vue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12280" y="16184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SVG y métricas en tiempo real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80560" y="24688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436"/>
          </a:solidFill>
          <a:ln/>
        </p:spPr>
      </p:sp>
      <p:sp>
        <p:nvSpPr>
          <p:cNvPr id="20" name="Text 17"/>
          <p:cNvSpPr/>
          <p:nvPr/>
        </p:nvSpPr>
        <p:spPr>
          <a:xfrm>
            <a:off x="461772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HardwareLibraryPage.vue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17720" y="2852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mejoras recomendadas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675120" y="24688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436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MyHardwarePage.vue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12280" y="2852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TDP y riesgo térmico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480560" y="370332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436"/>
          </a:solidFill>
          <a:ln/>
        </p:spPr>
      </p:sp>
      <p:sp>
        <p:nvSpPr>
          <p:cNvPr id="26" name="Text 23"/>
          <p:cNvSpPr/>
          <p:nvPr/>
        </p:nvSpPr>
        <p:spPr>
          <a:xfrm>
            <a:off x="461772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AdminConsolePage.vue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17720" y="40873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exportación CSV/PDF, visor JSON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675120" y="370332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436"/>
          </a:solidFill>
          <a:ln/>
        </p:spPr>
      </p:sp>
      <p:sp>
        <p:nvSpPr>
          <p:cNvPr id="29" name="Text 26"/>
          <p:cNvSpPr/>
          <p:nvPr/>
        </p:nvSpPr>
        <p:spPr>
          <a:xfrm>
            <a:off x="681228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LoginScreen.vue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acceso y validación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Negocio con Django REST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actúa como el cerebro del sistema: expone datos, valida reglas de negocio y formatea respuestas seguras.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141C2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130552"/>
            <a:ext cx="566928" cy="56692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7" name="Image 0" descr="images/icons/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1" y="227795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RESTful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1363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en urls.py que exponen el catálogo en JSON, p. ej. /api/components y /api/telemetry.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87452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141C2B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130552"/>
            <a:ext cx="566928" cy="56692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2" name="Image 1" descr="images/icons/co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121" y="227795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intercambio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31363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peticiones del frontend y valida reglas de negocio (años válidos, puntajes base).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87452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141C2B"/>
          </a:solidFill>
          <a:ln/>
        </p:spPr>
      </p:sp>
      <p:sp>
        <p:nvSpPr>
          <p:cNvPr id="16" name="Shape 12"/>
          <p:cNvSpPr/>
          <p:nvPr/>
        </p:nvSpPr>
        <p:spPr>
          <a:xfrm>
            <a:off x="6355080" y="2130552"/>
            <a:ext cx="566928" cy="56692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7" name="Image 2" descr="images/icons/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81" y="227795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seguras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31363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 y filtra la información antes de enviarla al cliente.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44348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A2436"/>
          </a:solidFill>
          <a:ln/>
        </p:spPr>
      </p:sp>
      <p:pic>
        <p:nvPicPr>
          <p:cNvPr id="21" name="Image 3" descr="images/icons/shape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5354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44348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estructura rutas RESTful en urls.py y expone datos en formato JSON al frontend.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y el ORM de Django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41C2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36192"/>
            <a:ext cx="621792" cy="621792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6" name="Image 0" descr="images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6" y="169785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538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relacional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8013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almacena y organiza toda la información del catálogo y la telemetría.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41C2B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2770632"/>
            <a:ext cx="621792" cy="621792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1" name="Image 1" descr="images/icons/c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6" y="293229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8833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nativo de Django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0358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con la base de datos mediante objetos Python, sin SQL manual — reduce el riesgo de inyección de código.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41C2B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4005072"/>
            <a:ext cx="621792" cy="621792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6" name="Image 2" descr="images/icons/sync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6" y="416673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2277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automáticas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27024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makemigrations y migrate mantienen sincronizadas las tablas en desarrollo y producción.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· PARTE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de Aprendizaje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1691640"/>
            <a:ext cx="694944" cy="694944"/>
          </a:xfrm>
          <a:prstGeom prst="ellipse">
            <a:avLst/>
          </a:prstGeom>
          <a:solidFill>
            <a:srgbClr val="2E6FF2"/>
          </a:solidFill>
          <a:ln/>
        </p:spPr>
      </p:sp>
      <p:pic>
        <p:nvPicPr>
          <p:cNvPr id="6" name="Image 0" descr="images/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853" y="1872325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Reactividad en Vue 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94360" y="304495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ref/computed actualizan la interfaz automáticamente, sin refrescos manuales del DOM.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4528" y="1691640"/>
            <a:ext cx="694944" cy="694944"/>
          </a:xfrm>
          <a:prstGeom prst="ellipse">
            <a:avLst/>
          </a:prstGeom>
          <a:solidFill>
            <a:srgbClr val="2E6FF2"/>
          </a:solidFill>
          <a:ln/>
        </p:spPr>
      </p:sp>
      <p:pic>
        <p:nvPicPr>
          <p:cNvPr id="11" name="Image 1" descr="images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213" y="1872325"/>
            <a:ext cx="333573" cy="3335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cliente-servidor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74720" y="304495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backend son mundos separados que solo se comunican mediante JSON — hubo que aprender a estructurar peticiones asíncronas.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4888" y="1691640"/>
            <a:ext cx="694944" cy="694944"/>
          </a:xfrm>
          <a:prstGeom prst="ellipse">
            <a:avLst/>
          </a:prstGeom>
          <a:solidFill>
            <a:srgbClr val="2E6FF2"/>
          </a:solidFill>
          <a:ln/>
        </p:spPr>
      </p:sp>
      <p:pic>
        <p:nvPicPr>
          <p:cNvPr id="16" name="Image 2" descr="images/icons/termin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573" y="1872325"/>
            <a:ext cx="333573" cy="3335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y dependencias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5080" y="304495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psycopg2, versiones de Python y Docker Compose (setup.sh/bat) costaron horas de resolución de conflictos.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· PARTE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del Backend y sus Soluciones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41C2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17904"/>
            <a:ext cx="621792" cy="621792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6" name="Image 0" descr="images/icons/plu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167957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8988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 </a:t>
            </a: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bloqueaba las llamadas del frontend (5173) al backend (8000).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08760" y="1810512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en vite.config.ts que desvía /api al backend en segundo plano.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542032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41C2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779776"/>
            <a:ext cx="621792" cy="621792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1" name="Image 1" descr="images/icons/gi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2941442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5176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 </a:t>
            </a: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modelos rompían la base de datos al no estar sincronizada.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508760" y="3072384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estricto: makemigrations + migrate antes de cada cambio.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803904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41C2B"/>
          </a:solidFill>
          <a:ln/>
        </p:spPr>
      </p:sp>
      <p:sp>
        <p:nvSpPr>
          <p:cNvPr id="15" name="Shape 11"/>
          <p:cNvSpPr/>
          <p:nvPr/>
        </p:nvSpPr>
        <p:spPr>
          <a:xfrm>
            <a:off x="658368" y="4041648"/>
            <a:ext cx="621792" cy="621792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6" name="Image 2" descr="images/icons/ke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4203314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13632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 </a:t>
            </a: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y claves secretas escritas directo en el código.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508760" y="4334256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en archivos .env, excluidos con .gitignore.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que No Volveremos a Cometer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141C2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6022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6" name="Image 0" descr="images/icons/bo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9266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087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venv/ o node_modules/ a GitHub sin .gitignore.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141C2B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0" y="176022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0" name="Image 1" descr="images/icons/termina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181" y="19266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5087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sin revisar la consola (F12) ni los códigos HTTP.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141C2B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345186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4" name="Image 2" descr="images/icons/lay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36182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2004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entornos virtuales de Python.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30632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141C2B"/>
          </a:solidFill>
          <a:ln/>
        </p:spPr>
      </p:sp>
      <p:sp>
        <p:nvSpPr>
          <p:cNvPr id="17" name="Shape 12"/>
          <p:cNvSpPr/>
          <p:nvPr/>
        </p:nvSpPr>
        <p:spPr>
          <a:xfrm>
            <a:off x="4937760" y="345186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8" name="Image 3" descr="images/icons/shape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4181" y="36182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60720" y="32004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la estructura de datos sin planificar un diagrama entidad-relación.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3291840" cy="3291840"/>
          </a:xfrm>
          <a:prstGeom prst="ellipse">
            <a:avLst/>
          </a:prstGeom>
          <a:solidFill>
            <a:srgbClr val="2E6FF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Reflexión Final y Aprendizajes del Equipo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7" name="Image 0" descr="images/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15023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2588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de la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trabajo según las habilidades de cada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teniendo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usando Kanban.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502920" cy="502920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0" name="Image 1" descr="images/icons/warning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23710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19456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paro y los periodos de vacaciones cortaron la continuidad del proyecto y afectaron la organización del equipo.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1CA8F2"/>
          </a:solidFill>
          <a:ln/>
        </p:spPr>
      </p:sp>
      <p:pic>
        <p:nvPicPr>
          <p:cNvPr id="13" name="Image 2" descr="images/icons/bulb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" y="323971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práctico del curso mantuvo al equipo involucrado y motivado durante todo el semestre.</a:t>
            </a:r>
            <a:endParaRPr lang="en-US" sz="1250" dirty="0"/>
          </a:p>
        </p:txBody>
      </p:sp>
      <p:pic>
        <p:nvPicPr>
          <p:cNvPr id="15" name="Image 3" descr="images/logo_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434840"/>
            <a:ext cx="1828800" cy="36150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Presentación en pantalla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 Your Marks - Informe Técnico</dc:title>
  <dc:subject>PptxGenJS Presentation</dc:subject>
  <dc:creator>Know Your Marks</dc:creator>
  <cp:lastModifiedBy>Biblio</cp:lastModifiedBy>
  <cp:revision>2</cp:revision>
  <dcterms:created xsi:type="dcterms:W3CDTF">2026-07-08T16:52:44Z</dcterms:created>
  <dcterms:modified xsi:type="dcterms:W3CDTF">2026-07-08T16:56:17Z</dcterms:modified>
</cp:coreProperties>
</file>